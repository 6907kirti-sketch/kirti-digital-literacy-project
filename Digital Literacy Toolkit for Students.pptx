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83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321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901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629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87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269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33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069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1523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64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5552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342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4328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6364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730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508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9508C-3B53-4FBB-98F3-6F07FD8FA42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0A0722A-0306-4386-AAAF-24FA496216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82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775C9-A017-66AC-25B9-508E57B5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5501833"/>
          </a:xfrm>
        </p:spPr>
        <p:txBody>
          <a:bodyPr>
            <a:normAutofit/>
          </a:bodyPr>
          <a:lstStyle/>
          <a:p>
            <a:r>
              <a:rPr lang="en-US" dirty="0"/>
              <a:t>Digital Literacy Toolkit for Students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Name: Kirti</a:t>
            </a:r>
            <a:br>
              <a:rPr lang="en-US" dirty="0"/>
            </a:br>
            <a:r>
              <a:rPr lang="en-US" dirty="0"/>
              <a:t>Subject: Digital Literacy</a:t>
            </a:r>
            <a:br>
              <a:rPr lang="en-US" dirty="0"/>
            </a:br>
            <a:r>
              <a:rPr lang="en-US" dirty="0"/>
              <a:t>VIT BHOPAL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2005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790D8-0E60-FEE2-96A4-CC8452267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99544"/>
          </a:xfrm>
        </p:spPr>
        <p:txBody>
          <a:bodyPr>
            <a:normAutofit/>
          </a:bodyPr>
          <a:lstStyle/>
          <a:p>
            <a:r>
              <a:rPr lang="en-US" sz="4400" dirty="0"/>
              <a:t>Introduction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Digital literacy means using digital tools effectively</a:t>
            </a:r>
            <a:br>
              <a:rPr lang="en-US" dirty="0"/>
            </a:br>
            <a:r>
              <a:rPr lang="en-US" dirty="0"/>
              <a:t>Important for education and jobs</a:t>
            </a:r>
            <a:br>
              <a:rPr lang="en-US" dirty="0"/>
            </a:br>
            <a:r>
              <a:rPr lang="en-US" dirty="0"/>
              <a:t>Includes software, internet, and communication tools.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610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B80F-BE1E-80C6-460C-7A86FF1A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64820"/>
          </a:xfrm>
        </p:spPr>
        <p:txBody>
          <a:bodyPr>
            <a:normAutofit/>
          </a:bodyPr>
          <a:lstStyle/>
          <a:p>
            <a:r>
              <a:rPr lang="en-US" sz="4400" dirty="0"/>
              <a:t>Tools Used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Microsoft PowerPoint</a:t>
            </a:r>
            <a:br>
              <a:rPr lang="en-US" dirty="0"/>
            </a:br>
            <a:r>
              <a:rPr lang="en-US" dirty="0"/>
              <a:t>Microsoft Excel</a:t>
            </a:r>
            <a:br>
              <a:rPr lang="en-US" dirty="0"/>
            </a:br>
            <a:r>
              <a:rPr lang="en-US" dirty="0"/>
              <a:t>Google Docs &amp; Sheets</a:t>
            </a:r>
            <a:br>
              <a:rPr lang="en-US" dirty="0"/>
            </a:br>
            <a:r>
              <a:rPr lang="en-US" dirty="0"/>
              <a:t>Canva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949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81CFE-1163-585A-EAB3-99E361FA3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057418"/>
          </a:xfrm>
        </p:spPr>
        <p:txBody>
          <a:bodyPr>
            <a:normAutofit/>
          </a:bodyPr>
          <a:lstStyle/>
          <a:p>
            <a:r>
              <a:rPr lang="en-US" sz="4400" dirty="0"/>
              <a:t>Cyber Awareness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Types of cyber crimes:</a:t>
            </a:r>
            <a:br>
              <a:rPr lang="en-US" dirty="0"/>
            </a:br>
            <a:r>
              <a:rPr lang="en-US" dirty="0"/>
              <a:t>Phishing</a:t>
            </a:r>
            <a:br>
              <a:rPr lang="en-US" dirty="0"/>
            </a:br>
            <a:r>
              <a:rPr lang="en-US" dirty="0"/>
              <a:t>Identity theft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Prevention:</a:t>
            </a:r>
            <a:br>
              <a:rPr lang="en-US" dirty="0"/>
            </a:br>
            <a:r>
              <a:rPr lang="en-US" dirty="0"/>
              <a:t>Strong passwords</a:t>
            </a:r>
            <a:br>
              <a:rPr lang="en-US" dirty="0"/>
            </a:br>
            <a:r>
              <a:rPr lang="en-US" dirty="0"/>
              <a:t>Avoid unknown links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9838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FCFB-AE9B-BB42-8067-6905AA0F1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26866"/>
          </a:xfrm>
        </p:spPr>
        <p:txBody>
          <a:bodyPr>
            <a:normAutofit/>
          </a:bodyPr>
          <a:lstStyle/>
          <a:p>
            <a:r>
              <a:rPr lang="en-US" sz="4400" dirty="0"/>
              <a:t>Conclusion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Digital skills are essential today</a:t>
            </a:r>
            <a:br>
              <a:rPr lang="en-US" dirty="0"/>
            </a:br>
            <a:r>
              <a:rPr lang="en-US" dirty="0"/>
              <a:t>Helps in career growth</a:t>
            </a:r>
            <a:br>
              <a:rPr lang="en-US" dirty="0"/>
            </a:br>
            <a:r>
              <a:rPr lang="en-US" dirty="0"/>
              <a:t>Improves productivity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470392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</TotalTime>
  <Words>109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Digital Literacy Toolkit for Students    Name: Kirti Subject: Digital Literacy VIT BHOPAL </vt:lpstr>
      <vt:lpstr>Introduction   Digital literacy means using digital tools effectively Important for education and jobs Includes software, internet, and communication tools.</vt:lpstr>
      <vt:lpstr>Tools Used    Microsoft PowerPoint Microsoft Excel Google Docs &amp; Sheets Canva</vt:lpstr>
      <vt:lpstr>Cyber Awareness  Types of cyber crimes: Phishing Identity theft  Prevention: Strong passwords Avoid unknown links</vt:lpstr>
      <vt:lpstr>Conclusion    Digital skills are essential today Helps in career growth Improves productivity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Kirti Sharma</dc:creator>
  <cp:lastModifiedBy>Kirti Sharma</cp:lastModifiedBy>
  <cp:revision>1</cp:revision>
  <dcterms:created xsi:type="dcterms:W3CDTF">2026-03-24T09:22:10Z</dcterms:created>
  <dcterms:modified xsi:type="dcterms:W3CDTF">2026-03-24T09:33:22Z</dcterms:modified>
</cp:coreProperties>
</file>